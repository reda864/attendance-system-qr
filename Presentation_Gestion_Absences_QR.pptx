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6C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Système de Gestion des Absences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Application Web &amp; Mobile avec Code QR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66CC"/>
                </a:solidFill>
              </a:defRPr>
            </a:pPr>
            <a:r>
              <a:t>Contexte &amp; Problématique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88720"/>
            <a:ext cx="8229600" cy="0"/>
          </a:xfrm>
          <a:prstGeom prst="line">
            <a:avLst/>
          </a:prstGeom>
          <a:ln w="25400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554480"/>
            <a:ext cx="7680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404040"/>
                </a:solidFill>
              </a:defRPr>
            </a:pPr>
            <a:r>
              <a:t>🔴 Problème actuel : gestion manuelle des absences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404040"/>
                </a:solidFill>
              </a:defRPr>
            </a:pPr>
            <a:r>
              <a:t>⏱️ Processus chronophage et prone aux erreurs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404040"/>
                </a:solidFill>
              </a:defRPr>
            </a:pPr>
            <a:r>
              <a:t>❌ Manque de traçabilité et d'automatisation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404040"/>
                </a:solidFill>
              </a:defRPr>
            </a:pPr>
            <a:r>
              <a:t>💡 Besoin : solution rapide, fiable et automatisée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66CC"/>
                </a:solidFill>
              </a:defRPr>
            </a:pPr>
            <a:r>
              <a:t>Solution Proposée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88720"/>
            <a:ext cx="8229600" cy="0"/>
          </a:xfrm>
          <a:prstGeom prst="line">
            <a:avLst/>
          </a:prstGeom>
          <a:ln w="25400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554480"/>
            <a:ext cx="7680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404040"/>
                </a:solidFill>
              </a:defRPr>
            </a:pPr>
            <a:r>
              <a:t>✅ Application web + mobile intégrées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404040"/>
                </a:solidFill>
              </a:defRPr>
            </a:pPr>
            <a:r>
              <a:t>📱 Scan de code QR pour marquer les absences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404040"/>
                </a:solidFill>
              </a:defRPr>
            </a:pPr>
            <a:r>
              <a:t>⚡ Automatisation complète du processus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404040"/>
                </a:solidFill>
              </a:defRPr>
            </a:pPr>
            <a:r>
              <a:t>📊 Dashboard centralisé pour les statistiques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404040"/>
                </a:solidFill>
              </a:defRPr>
            </a:pPr>
            <a:r>
              <a:t>🔒 Système sécurisé avec authentification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66CC"/>
                </a:solidFill>
              </a:defRPr>
            </a:pPr>
            <a:r>
              <a:t>Architecture Technique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88720"/>
            <a:ext cx="8229600" cy="0"/>
          </a:xfrm>
          <a:prstGeom prst="line">
            <a:avLst/>
          </a:prstGeom>
          <a:ln w="25400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55448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994C"/>
                </a:solidFill>
              </a:defRPr>
            </a:pPr>
            <a:r>
              <a:t>🖥️ BACKEND (Web)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3931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• Django REST API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• Base de données PostgreSQL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• Authentification JWT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• Gestion des cours &amp; étudiants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• Génération de codes QR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55448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994C"/>
                </a:solidFill>
              </a:defRPr>
            </a:pPr>
            <a:r>
              <a:t>📱 MOBILE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2103120"/>
            <a:ext cx="3931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• Framework Flutter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• Caméra pour scanner QR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• Interface utilisateur intuitive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• Synchronisation temps réel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• Multi-plateforme (iOS/Android)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66CC"/>
                </a:solidFill>
              </a:defRPr>
            </a:pPr>
            <a:r>
              <a:t>Fonctionnalités - Interface Web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88720"/>
            <a:ext cx="8229600" cy="0"/>
          </a:xfrm>
          <a:prstGeom prst="line">
            <a:avLst/>
          </a:prstGeom>
          <a:ln w="25400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554480"/>
            <a:ext cx="7680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404040"/>
                </a:solidFill>
              </a:defRPr>
            </a:pPr>
            <a:r>
              <a:t>👨‍🏫 Gestion des professeurs et comptes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404040"/>
                </a:solidFill>
              </a:defRPr>
            </a:pPr>
            <a:r>
              <a:t>📚 Création et gestion des cours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404040"/>
                </a:solidFill>
              </a:defRPr>
            </a:pPr>
            <a:r>
              <a:t>📋 Tableau de bord des absences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404040"/>
                </a:solidFill>
              </a:defRPr>
            </a:pPr>
            <a:r>
              <a:t>📊 Statistiques et rapports détaillés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404040"/>
                </a:solidFill>
              </a:defRPr>
            </a:pPr>
            <a:r>
              <a:t>🔐 Contrôle d'accès par rôle (Admin/Professeur)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66CC"/>
                </a:solidFill>
              </a:defRPr>
            </a:pPr>
            <a:r>
              <a:t>Fonctionnalités - Application Mobile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88720"/>
            <a:ext cx="8229600" cy="0"/>
          </a:xfrm>
          <a:prstGeom prst="line">
            <a:avLst/>
          </a:prstGeom>
          <a:ln w="25400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554480"/>
            <a:ext cx="7680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404040"/>
                </a:solidFill>
              </a:defRPr>
            </a:pPr>
            <a:r>
              <a:t>📲 Interface simple et conviviale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404040"/>
                </a:solidFill>
              </a:defRPr>
            </a:pPr>
            <a:r>
              <a:t>🔍 Scanner de code QR intégré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404040"/>
                </a:solidFill>
              </a:defRPr>
            </a:pPr>
            <a:r>
              <a:t>✔️ Confirmation immédiate de l'absence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404040"/>
                </a:solidFill>
              </a:defRPr>
            </a:pPr>
            <a:r>
              <a:t>📖 Historique des absences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404040"/>
                </a:solidFill>
              </a:defRPr>
            </a:pPr>
            <a:r>
              <a:t>🔄 Synchronisation automatique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66CC"/>
                </a:solidFill>
              </a:defRPr>
            </a:pPr>
            <a:r>
              <a:t>Flux Utilisateur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88720"/>
            <a:ext cx="8229600" cy="0"/>
          </a:xfrm>
          <a:prstGeom prst="line">
            <a:avLst/>
          </a:prstGeom>
          <a:ln w="25400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554480"/>
            <a:ext cx="7680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404040"/>
                </a:solidFill>
              </a:defRPr>
            </a:pPr>
            <a:r>
              <a:t>1️⃣ Professeur crée un code QR pour le cours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404040"/>
                </a:solidFill>
              </a:defRPr>
            </a:pPr>
            <a:r>
              <a:t>2️⃣ Étudiant scanne le code via l'app mobile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404040"/>
                </a:solidFill>
              </a:defRPr>
            </a:pPr>
            <a:r>
              <a:t>3️⃣ Absence enregistrée automatiquement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404040"/>
                </a:solidFill>
              </a:defRPr>
            </a:pPr>
            <a:r>
              <a:t>4️⃣ Confirmation affichée à l'étudiant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404040"/>
                </a:solidFill>
              </a:defRPr>
            </a:pPr>
            <a:r>
              <a:t>5️⃣ Données disponibles sur le dashboard web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66CC"/>
                </a:solidFill>
              </a:defRPr>
            </a:pPr>
            <a:r>
              <a:t>Points Forts &amp; Avantages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88720"/>
            <a:ext cx="8229600" cy="0"/>
          </a:xfrm>
          <a:prstGeom prst="line">
            <a:avLst/>
          </a:prstGeom>
          <a:ln w="25400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554480"/>
            <a:ext cx="7680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404040"/>
                </a:solidFill>
              </a:defRPr>
            </a:pPr>
            <a:r>
              <a:t>✨ Automatisation complète du processus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404040"/>
                </a:solidFill>
              </a:defRPr>
            </a:pPr>
            <a:r>
              <a:t>⚡ Temps réel - pas de délai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404040"/>
                </a:solidFill>
              </a:defRPr>
            </a:pPr>
            <a:r>
              <a:t>🎯 Traçabilité totale des absences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404040"/>
                </a:solidFill>
              </a:defRPr>
            </a:pPr>
            <a:r>
              <a:t>📉 Réduction drastique des erreurs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404040"/>
                </a:solidFill>
              </a:defRPr>
            </a:pPr>
            <a:r>
              <a:t>👥 Facilité d'utilisation pour tous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66CC"/>
                </a:solidFill>
              </a:defRPr>
            </a:pPr>
            <a:r>
              <a:t>Stack Technologique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88720"/>
            <a:ext cx="8229600" cy="0"/>
          </a:xfrm>
          <a:prstGeom prst="line">
            <a:avLst/>
          </a:prstGeom>
          <a:ln w="25400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55448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994C"/>
                </a:solidFill>
              </a:defRPr>
            </a:pPr>
            <a:r>
              <a:t>Backend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3931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• Python 3.x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• Django &amp; DRF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• PostgreSQL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• JWT Authentication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• QR Code Generation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55448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994C"/>
                </a:solidFill>
              </a:defRPr>
            </a:pPr>
            <a:r>
              <a:t>Frontend &amp; Mobile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2103120"/>
            <a:ext cx="3931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• Flutter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• Dart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• HTML/CSS/JS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• Mobile-first design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• Camera integration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66CC"/>
                </a:solidFill>
              </a:defRPr>
            </a:pPr>
            <a:r>
              <a:t>Prochaines Étapes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88720"/>
            <a:ext cx="8229600" cy="0"/>
          </a:xfrm>
          <a:prstGeom prst="line">
            <a:avLst/>
          </a:prstGeom>
          <a:ln w="25400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554480"/>
            <a:ext cx="7680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404040"/>
                </a:solidFill>
              </a:defRPr>
            </a:pPr>
            <a:r>
              <a:t>🚀 Déploiement de l'application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404040"/>
                </a:solidFill>
              </a:defRPr>
            </a:pPr>
            <a:r>
              <a:t>🧪 Tests avec utilisateurs réels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404040"/>
                </a:solidFill>
              </a:defRPr>
            </a:pPr>
            <a:r>
              <a:t>📱 Optimisation des performances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404040"/>
                </a:solidFill>
              </a:defRPr>
            </a:pPr>
            <a:r>
              <a:t>🔒 Renforcement de la sécurité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404040"/>
                </a:solidFill>
              </a:defRPr>
            </a:pPr>
            <a:r>
              <a:t>📈 Expansion des fonctionnalités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6C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Questions 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Merci pour votre attention!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